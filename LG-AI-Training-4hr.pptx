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Plain language, live demos, one running example - the IM-500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Ice-breaker. Read the room: mostly non-coders? go slower on tech, heavier on the 'why'. Keep it warm.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interactive, bilingual, judgement-free. The goal is understanding, not vocabulary.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Spine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room in the machine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levels, one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~37 min mark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only from your docs, with citations.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"not in sources" before; full cited answer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all three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~92 min mark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brain (LLM) + your data + a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one agent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~144 min mark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decision no single agent makes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build Sequential - simplest and most reliable.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Centrepiece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doesn't just answer, it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41248" y="822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TRAINING · LG ELECTRONICS, NOIDA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" y="141732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AI for the </a:t>
            </a:r>
            <a:pPr indent="0" marL="0">
              <a:buNone/>
            </a:pPr>
            <a:r>
              <a:rPr lang="en-US" sz="4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Floor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59536" y="29260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4-hour session - concepts, RAG, agents and orchestration, all no-code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indent="0" marL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 Thakur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59536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AI Engineer  ·  AI Trainer  ·  Agentic AI Developer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- A FEW HANDS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ChatGPT, Gemini or any AI chat - even once in a while?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has ever written code or built an automation? (Excel formulas count!)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has heard "AI agent" and wasn't quite sure what it means?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wrong answers - this just helps me pitch the session at the right level for the room.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IN 4 HOURS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words, plainly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87752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26664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99816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099816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your docs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91456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230368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03520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acts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95160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34072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07224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07224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together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98864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37776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10928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710928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Sheet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42519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example, grown all day - predictive maintenance on an IM-500 machine.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build live; you watch and ask. Short breaks along the way.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manual, prompts and a glossary to redo it yourself, free.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WE'LL WORK TODAY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house rules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moment you have a question - don't wait for me to finish. The best time is right away.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 on a word or a term? Ask me to define it, anytime. No question is too basic.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is no barrier - Hindi or English, whatever's comfortable. Hinglish is perfectly fine.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no-code and free. I build live; you get the manual to redo it yourself.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example, grown all day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MACHINE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IM-500 - what we'll work 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words everyone mixes up - on the IM-500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vs GenAI vs AI Agent vs Agentic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50976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terms, side by side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1828800"/>
                <a:gridCol w="38404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Decides?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IM-500 example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patterns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if vibration &gt; 4.5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Generative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language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a shift summary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+ data + decision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one task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Servo error -&gt; EN-77, ~6d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team, many steps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end to 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 -&gt; parts -&gt; maintenance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pPr indent="0" marL="0">
              <a:buNone/>
            </a:pP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these are you already using without calling it "AI"?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your tasks today is really just automation?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a decision (an agent) actually help?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8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AI answer from YOUR machine documents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plain chatbot doesn't know your machine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raw AI model is smart, but it has never seen the IM-500 manuals.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about servo error EN-77 and it guesses - a confident wrong answer.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floor, a confident wrong answer can be worse than no answer.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RAG 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 · WHY NOTEBOOKLM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NotebookLM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No-code, free, Google-stable - upload PDFs and ask; no database to manage.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"just works" tool for grounded answers in a live demo.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first: fewer moving parts, nothing to break on the day.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    ·    plain chatbot: gemini.google.com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 ·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RAG - the EN-77 question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RAG, live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EN-77 question in plain Gemini (no docs) -&gt; vague guess.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IM-500 manuals + spare-parts catalog -&gt; ask again -&gt; "not in sources" for the addendum item.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EN-77 addendum PDF -&gt; ask again -&gt; exact part, 0 stock, 21-day lead, cited.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documents would you point this at first?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shape is that data in today - PDFs, scans, spreadsheets?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8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Agent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reads, decides and takes action - no code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an agent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 · WHY N8N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n8n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no-code, visual builder with a free tier - drag boxes, connect them, done.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 browser; no servers, no licences.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rebuild everything yourself from the take-home manual.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n8n.io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 · WHY GEMINI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Google Gemini - and a word on limits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API tier, strong, instant key from Google AI Studio.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STABLE flash model (e.g. gemini-3.6-flash) - not a "preview" one.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models cap at ~20 requests/day; stable at ~1,500/day. Hit a limit? Switch to another stable model - the quota is per-model.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aistudio.google.com   (Get API key)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run Agent A (Failure Prediction)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Trigger -&gt; AI Agent -&gt; Google Gemini Chat Model -&gt; paste the system prompt.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"vibration 3.9 mm/s for 4 shifts" -&gt; pump bearing wear, ~7 days.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check: ask something not in the data -&gt; it refuses, no hallucination.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n8n workflows home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 - same pattern, different data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 = Spare Parts: given a failing part, returns stock + lead time + order decision.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steps to Agent A; only the reference data changes.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Take-home: participants rebuild Agent B themselves from the manual.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pPr indent="0" marL="0">
              <a:buNone/>
            </a:pP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one lookup your team does by hand that an agent could do?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repetitive task could an agent take the first pass at?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must a human always stay in the loop?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8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Orchestration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agents, working together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ORCHESTRATION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a team - A -&gt; B -&gt; 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PATTERNS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agents work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 -&gt; B -&gt; C into one workflow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three agents onto one canvas; connect Chat -&gt; A -&gt; B -&gt; C.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handoff prompts so each agent's output feeds the next.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ONE question - "servo error 140 counts" - and watch it flow to a final URGENT request.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ORCHESTRATION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powerful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agent could produce the final decision.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escalation - 21-day part vs 6-day failure - emerges from the team, not one agent.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"agentic AI": specialists coordinating toward a goal.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pPr indent="0" marL="0">
              <a:buNone/>
            </a:pP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your plant do several people already hand off like this?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ACTION · WHY A SHEET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log to a Google Sheet (not email)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sheet is a permanent record you can filter, sort and share; email is a one-off notification.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n8n node, same Google login - no extra setup.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agent taking a real action: it records, not just answers.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 writes the decision to a Google Sheet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+ Google Sheets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Google Sheets "Append Row" node after Agent C.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maps cleanly into columns (component, part, priority...).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chat -&gt; a new row appears in the sheet - the logged maintenance request.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THE FULL PICTURE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to logged decision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two departments would benefit from talking to each other?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you want a human approval step?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 today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Concepts: automation vs AI vs agents vs agentic - in plain words, on one machine.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making AI answer from your own documents, with citations.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Agents: AI that reads, decides and acts - built no-code in n8n.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Orchestration: three agents working together, logging a real decision.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it home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get: the how-to manual, the agent prompts, a glossary, the sheet template, and this deck.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it yourself - then swap in your own machine and data.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small, real problem on your line to try first.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   ·   n8n.io   ·   aistudio.google.com   ·   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any time - in Hindi or English.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261104" y="4114800"/>
            <a:ext cx="365760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0" y="413308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10912" y="4261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10912" y="45171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arjunthakur.dev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Arjun Thakur</dc:creator>
  <cp:lastModifiedBy>Arjun Thakur</cp:lastModifiedBy>
  <cp:revision>1</cp:revision>
  <dcterms:created xsi:type="dcterms:W3CDTF">2026-08-20T01:15:58Z</dcterms:created>
  <dcterms:modified xsi:type="dcterms:W3CDTF">2026-08-20T01:15:58Z</dcterms:modified>
</cp:coreProperties>
</file>