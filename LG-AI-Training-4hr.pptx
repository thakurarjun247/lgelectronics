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Plain language, live demos, one running example — the IM-500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room in the machine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levels, one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~37 min mark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only from your docs, with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"not in sources" before; full cited answer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~92 min mark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brain (LLM) + your data +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~144 min mark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decision no single agent makes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Sequential — simplest and most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doesn't just answer, it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· LG ELECTRONICS, NOIDA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4173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the </a:t>
            </a:r>
            <a:pPr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59536" y="2926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4-hour session — concepts, RAG, agents and orchestration, all no-code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Thakur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9536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AI Engineer  ·  AI Trainer  ·  Agentic AI Developer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4 HOURS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words, plainly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26664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99816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your 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91456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30368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34072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07224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together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98864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37776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10928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Sheet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51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3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grown all day — predictive maintenance on an IM-500 machine.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3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live; you watch and ask. Short breaks along the way.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3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manual, prompts and a glossary to redo it yourself, free.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no-code and free — NotebookLM, n8n, Google Gemini, Google Sheets.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run every demo live; you get the manual + prompts afterward to rebuild it.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 from you today — just follow along.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all day (the IM-500) so each idea builds on the last.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grown all 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MACHINE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IM-500 — what we'll work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words everyone mixes up — on the IM-500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GenAI vs AI Agent vs Agentic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5097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terms, side by side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82880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IM-500 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&amp; patterns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if vibration &gt; 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a shift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data +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one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error → EN-77, ~6d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team, many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end to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→ parts → maintenance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—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tasks today is really just automation?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a decision (an agent) actually help?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AI answer from YOUR machine documents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plain chatbot doesn't know your machine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AI model is smart, but it has never seen the IM-500 manuals.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about servo error EN-77 and it guesses — a confident wrong answer.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floor, a confident wrong answer can be worse than no answer.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 · WHY NOTEBOOKLM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NotebookLM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free, Google-stable — upload PDFs and ask; no database to manage.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"just works" tool for grounded answers in a live demo.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first: fewer moving parts, nothing to break on the day.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 ·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RAG — the EN-77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RAG, live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EN-77 question in plain Gemini (no docs) → vague guess.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IM-500 manuals + spare-parts catalog → ask again → "not in sources" for the addendum item.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EN-77 addendum PDF → ask again → exact part, 0 stock, 21-day lead, cited.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documents would you point this at first?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is that data in today?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reads, decides and takes action — no code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an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 · WHY N8N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n8n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no-code, visual builder with a free tier — drag boxes, connect them, done.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browser; no servers, no licences (Copilot Studio needed one we don't have).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rebuild everything yourself from the take-home manual.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 · WHY GEMINI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 Gemini — and a word on limits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tier, strong, instant key from Google AI Studio.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STABLE flash model (e.g. gemini-3.6-flash) — not a "preview" one.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5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models cap at ~20 requests/day; stable at ~1,500/day. Hit a limit? Switch to another stable model — the quota is per-model.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Agent A (Failure Prediction)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→ AI Agent → Google Gemini Chat Model → paste the system prompt (IM-500 thresholds inline).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"vibration 3.9 mm/s for 4 shifts" → pump bearing wear, ~7 days.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check: ask something not in the data → it refuses, no hallucination.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— same pattern, different data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= Spare Parts: given a failing part, returns stock + lead time + order decision.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steps to Agent A; only the reference data changes.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Take-home: participants rebuild Agent B themselves from the manual.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repetitive task could an agent take the first pass at?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must a human always stay in the loop?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Orchestration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agents, working together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ORCHESTRATION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a team — A → B → 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agents work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→ B → C into one workflow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three agents onto one canvas; connect Chat → A → B → C.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handoff prompts so each agent's output feeds the next.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question — "servo error 140 counts" — and watch it flow to a final URGENT maintenance request.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ORCHESTRATION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powerful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agent could produce the final decision.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— 21-day part vs 6-day failure — emerges from the team, not one agent.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2000"/>
              </a:spcAft>
              <a:buNone/>
            </a:pP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"agentic AI": specialists coordinating toward a goal.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ACTION · WHY A SHEET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to a Google Sheet (not email)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sheet is a permanent record you can filter, sort and share; email is a one-off notification.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n8n node, same Google login — no extra setup.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 taking a real action: it records, not just answers.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 writes the decision to a Google Sheet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Google 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Google Sheets "Append Row" node after Agent C.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maps cleanly into columns (component, part, priority...).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chat → a new row appears in the sheet — the logged maintenance request.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FULL PICTURE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logged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departments would benefit from talking to each other?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want a human approval step?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 automation vs AI vs agents vs agentic — in plain words, on one machine.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making AI answer from your own documents, with citations.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AI that reads, decides and acts — built no-code in n8n.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three agents working together, logging a real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the how-to manual (Word), the agent prompts, a glossary, the sheet template, and this deck.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it yourself — then swap in your own machine and data.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small, real problem on your line to try first.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any time.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61104" y="411480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41330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10912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10912" y="4517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arjunthakur.dev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Arjun Thakur</dc:creator>
  <cp:lastModifiedBy>Arjun Thakur</cp:lastModifiedBy>
  <cp:revision>1</cp:revision>
  <dcterms:created xsi:type="dcterms:W3CDTF">2026-08-19T08:02:58Z</dcterms:created>
  <dcterms:modified xsi:type="dcterms:W3CDTF">2026-08-19T08:02:58Z</dcterms:modified>
</cp:coreProperties>
</file>